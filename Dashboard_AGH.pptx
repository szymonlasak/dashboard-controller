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6" r:id="rId6"/>
    <p:sldId id="257" r:id="rId7"/>
    <p:sldId id="259" r:id="rId8"/>
    <p:sldId id="260" r:id="rId9"/>
    <p:sldId id="261" r:id="rId10"/>
    <p:sldId id="262" r:id="rId11"/>
    <p:sldId id="263" r:id="rId12"/>
    <p:sldId id="265" r:id="rId13"/>
    <p:sldId id="264" r:id="rId14"/>
    <p:sldId id="267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9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>
        <p:scale>
          <a:sx n="100" d="100"/>
          <a:sy n="100" d="100"/>
        </p:scale>
        <p:origin x="76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2.12.2025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2.png"/><Relationship Id="rId7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DD62BAD9-31C8-2188-9B38-501562427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048" y="-10006"/>
            <a:ext cx="4055176" cy="4059378"/>
          </a:xfrm>
          <a:prstGeom prst="rect">
            <a:avLst/>
          </a:prstGeom>
        </p:spPr>
      </p:pic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79727A3-5096-F7C7-88AC-40CBADD4A9A5}"/>
              </a:ext>
            </a:extLst>
          </p:cNvPr>
          <p:cNvSpPr txBox="1"/>
          <p:nvPr/>
        </p:nvSpPr>
        <p:spPr>
          <a:xfrm>
            <a:off x="9934181" y="4817560"/>
            <a:ext cx="130642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96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pic>
        <p:nvPicPr>
          <p:cNvPr id="13" name="Obraz 1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CEB2A54E-EAC8-B5A4-F80D-7ECDCBE04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2715" y="5613187"/>
            <a:ext cx="2157829" cy="986767"/>
          </a:xfrm>
          <a:prstGeom prst="rect">
            <a:avLst/>
          </a:prstGeom>
        </p:spPr>
      </p:pic>
      <p:pic>
        <p:nvPicPr>
          <p:cNvPr id="18" name="Obraz 17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53F7A745-8B4C-0BA0-8B35-7461F2357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64" y="5512315"/>
            <a:ext cx="560527" cy="1086073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F3A3BCF3-F004-DE10-416C-73658F89B032}"/>
              </a:ext>
            </a:extLst>
          </p:cNvPr>
          <p:cNvSpPr txBox="1"/>
          <p:nvPr/>
        </p:nvSpPr>
        <p:spPr>
          <a:xfrm>
            <a:off x="512010" y="2525371"/>
            <a:ext cx="507287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latin typeface="Segoe UI"/>
                <a:cs typeface="Segoe UI"/>
              </a:rPr>
              <a:t>BARBÓRKOWA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7DB7F88D-DE24-014B-B7DC-D966A66D0023}"/>
              </a:ext>
            </a:extLst>
          </p:cNvPr>
          <p:cNvSpPr txBox="1"/>
          <p:nvPr/>
        </p:nvSpPr>
        <p:spPr>
          <a:xfrm>
            <a:off x="512010" y="3194696"/>
            <a:ext cx="507287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800" dirty="0">
                <a:latin typeface="Segoe UI"/>
                <a:cs typeface="Segoe UI"/>
              </a:rPr>
              <a:t>KONFERENCJA</a:t>
            </a:r>
            <a:endParaRPr lang="pl-PL" sz="5800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5E0DAC41-E7E0-9726-A615-5C55F8D51561}"/>
              </a:ext>
            </a:extLst>
          </p:cNvPr>
          <p:cNvSpPr txBox="1"/>
          <p:nvPr/>
        </p:nvSpPr>
        <p:spPr>
          <a:xfrm>
            <a:off x="944497" y="375378"/>
            <a:ext cx="1757147" cy="15593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9600" b="1" dirty="0">
                <a:latin typeface="Segoe UI"/>
                <a:cs typeface="Segoe UI"/>
              </a:rPr>
              <a:t>66</a:t>
            </a:r>
            <a:endParaRPr lang="pl-PL" sz="9600" dirty="0"/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3103680C-0E7E-9A9E-0E37-7214384256AA}"/>
              </a:ext>
            </a:extLst>
          </p:cNvPr>
          <p:cNvSpPr/>
          <p:nvPr/>
        </p:nvSpPr>
        <p:spPr>
          <a:xfrm>
            <a:off x="676656" y="-11361"/>
            <a:ext cx="82608" cy="2650929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D2E48269-6B4C-5370-79F8-1B52C19A557F}"/>
              </a:ext>
            </a:extLst>
          </p:cNvPr>
          <p:cNvSpPr txBox="1"/>
          <p:nvPr/>
        </p:nvSpPr>
        <p:spPr>
          <a:xfrm>
            <a:off x="10673970" y="5018724"/>
            <a:ext cx="13064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4000" dirty="0">
                <a:latin typeface="Segoe UI"/>
                <a:cs typeface="Segoe UI"/>
              </a:rPr>
              <a:t>GRU</a:t>
            </a:r>
            <a:endParaRPr lang="pl-PL" sz="4000" dirty="0"/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A9E0D54C-C5BE-F9B2-8712-40BCAAD35ABA}"/>
              </a:ext>
            </a:extLst>
          </p:cNvPr>
          <p:cNvSpPr txBox="1"/>
          <p:nvPr/>
        </p:nvSpPr>
        <p:spPr>
          <a:xfrm>
            <a:off x="10673969" y="5563779"/>
            <a:ext cx="13064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600" dirty="0">
                <a:latin typeface="Segoe UI"/>
                <a:cs typeface="Segoe UI"/>
              </a:rPr>
              <a:t>2025</a:t>
            </a:r>
            <a:endParaRPr lang="pl-PL" sz="3600" dirty="0"/>
          </a:p>
        </p:txBody>
      </p:sp>
      <p:pic>
        <p:nvPicPr>
          <p:cNvPr id="3" name="Obraz 2" descr="Obraz zawierający tekst, zrzut ekranu, Czcionka, Marka&#10;&#10;Zawartość wygenerowana przez AI może być niepoprawna.">
            <a:extLst>
              <a:ext uri="{FF2B5EF4-FFF2-40B4-BE49-F238E27FC236}">
                <a16:creationId xmlns:a16="http://schemas.microsoft.com/office/drawing/2014/main" id="{8D164D81-6423-C304-C562-2E58425E1F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754" y="4195433"/>
            <a:ext cx="6073957" cy="2415353"/>
          </a:xfrm>
          <a:prstGeom prst="rect">
            <a:avLst/>
          </a:prstGeom>
        </p:spPr>
      </p:pic>
      <p:sp>
        <p:nvSpPr>
          <p:cNvPr id="22" name="pole tekstowe 21">
            <a:extLst>
              <a:ext uri="{FF2B5EF4-FFF2-40B4-BE49-F238E27FC236}">
                <a16:creationId xmlns:a16="http://schemas.microsoft.com/office/drawing/2014/main" id="{CB3F8C82-D307-87BF-AFD1-26DBA507873F}"/>
              </a:ext>
            </a:extLst>
          </p:cNvPr>
          <p:cNvSpPr txBox="1"/>
          <p:nvPr/>
        </p:nvSpPr>
        <p:spPr>
          <a:xfrm>
            <a:off x="604686" y="4049372"/>
            <a:ext cx="507287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200" dirty="0">
                <a:latin typeface="Segoe UI"/>
                <a:cs typeface="Segoe UI"/>
              </a:rPr>
              <a:t>Studenckich Kół Naukowych AGH</a:t>
            </a:r>
            <a:endParaRPr lang="pl-PL" sz="2200" dirty="0"/>
          </a:p>
        </p:txBody>
      </p:sp>
      <p:pic>
        <p:nvPicPr>
          <p:cNvPr id="4" name="Obraz 3" descr="Obraz zawierający logo, Czcionka, Grafika, projekt graficzny">
            <a:extLst>
              <a:ext uri="{FF2B5EF4-FFF2-40B4-BE49-F238E27FC236}">
                <a16:creationId xmlns:a16="http://schemas.microsoft.com/office/drawing/2014/main" id="{34F9919A-552D-D3E9-33F3-9686029940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966" y="6265385"/>
            <a:ext cx="1084695" cy="46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5047F-823C-F0A3-6700-528FE832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F56F214C-B0B3-2EBB-5AD1-E8D39EF9E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048" y="-10006"/>
            <a:ext cx="4055176" cy="4059378"/>
          </a:xfrm>
          <a:prstGeom prst="rect">
            <a:avLst/>
          </a:prstGeom>
        </p:spPr>
      </p:pic>
      <p:sp>
        <p:nvSpPr>
          <p:cNvPr id="17" name="pole tekstowe 16">
            <a:extLst>
              <a:ext uri="{FF2B5EF4-FFF2-40B4-BE49-F238E27FC236}">
                <a16:creationId xmlns:a16="http://schemas.microsoft.com/office/drawing/2014/main" id="{635309E2-AB0B-83A8-5233-EFA86637FEAE}"/>
              </a:ext>
            </a:extLst>
          </p:cNvPr>
          <p:cNvSpPr txBox="1"/>
          <p:nvPr/>
        </p:nvSpPr>
        <p:spPr>
          <a:xfrm>
            <a:off x="9934181" y="4817560"/>
            <a:ext cx="130642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96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pic>
        <p:nvPicPr>
          <p:cNvPr id="13" name="Obraz 1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206B4765-DF9D-A388-B02D-9AEA910FE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2715" y="5613187"/>
            <a:ext cx="2157829" cy="986767"/>
          </a:xfrm>
          <a:prstGeom prst="rect">
            <a:avLst/>
          </a:prstGeom>
        </p:spPr>
      </p:pic>
      <p:pic>
        <p:nvPicPr>
          <p:cNvPr id="18" name="Obraz 17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89F8C0D0-76F4-0807-3F40-DF4CB4120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64" y="5512315"/>
            <a:ext cx="560527" cy="1086073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173E57A2-A385-3DE5-7E4E-4E6840FAD72C}"/>
              </a:ext>
            </a:extLst>
          </p:cNvPr>
          <p:cNvSpPr txBox="1"/>
          <p:nvPr/>
        </p:nvSpPr>
        <p:spPr>
          <a:xfrm>
            <a:off x="512010" y="2525371"/>
            <a:ext cx="507287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latin typeface="Segoe UI"/>
                <a:cs typeface="Segoe UI"/>
              </a:rPr>
              <a:t>Szymon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9C4B90B8-BEDC-F258-526C-8AD3DE5AD797}"/>
              </a:ext>
            </a:extLst>
          </p:cNvPr>
          <p:cNvSpPr txBox="1"/>
          <p:nvPr/>
        </p:nvSpPr>
        <p:spPr>
          <a:xfrm>
            <a:off x="512010" y="3194696"/>
            <a:ext cx="507287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800" dirty="0">
                <a:latin typeface="Segoe UI"/>
                <a:cs typeface="Segoe UI"/>
              </a:rPr>
              <a:t>Lasak</a:t>
            </a:r>
            <a:endParaRPr lang="pl-PL" sz="5800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377ADF0C-94A8-F01F-1F47-331A2D565F89}"/>
              </a:ext>
            </a:extLst>
          </p:cNvPr>
          <p:cNvSpPr txBox="1"/>
          <p:nvPr/>
        </p:nvSpPr>
        <p:spPr>
          <a:xfrm>
            <a:off x="851880" y="785429"/>
            <a:ext cx="720055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spcAft>
                <a:spcPts val="250"/>
              </a:spcAft>
              <a:defRPr/>
            </a:pPr>
            <a:r>
              <a:rPr lang="pl-PL" sz="2200" b="1" i="1" dirty="0">
                <a:latin typeface="Corbel" panose="020B0503020204020204"/>
              </a:rPr>
              <a:t>Autorski moduł PCB sterowania deską rozdzielczą oraz systemem wycieraczek z adaptacyjnym czujnikiem deszczu</a:t>
            </a:r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4C8021FD-401C-7CFA-8E5D-58EBBA0E1B8F}"/>
              </a:ext>
            </a:extLst>
          </p:cNvPr>
          <p:cNvSpPr/>
          <p:nvPr/>
        </p:nvSpPr>
        <p:spPr>
          <a:xfrm>
            <a:off x="676656" y="-11361"/>
            <a:ext cx="82608" cy="2650929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9D7E0ABA-64C0-9777-9C1C-023A158E5377}"/>
              </a:ext>
            </a:extLst>
          </p:cNvPr>
          <p:cNvSpPr txBox="1"/>
          <p:nvPr/>
        </p:nvSpPr>
        <p:spPr>
          <a:xfrm>
            <a:off x="10673970" y="5018724"/>
            <a:ext cx="13064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4000" dirty="0">
                <a:latin typeface="Segoe UI"/>
                <a:cs typeface="Segoe UI"/>
              </a:rPr>
              <a:t>GRU</a:t>
            </a:r>
            <a:endParaRPr lang="pl-PL" sz="4000" dirty="0"/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03F74CC8-6343-3C2C-216C-287139F47D93}"/>
              </a:ext>
            </a:extLst>
          </p:cNvPr>
          <p:cNvSpPr txBox="1"/>
          <p:nvPr/>
        </p:nvSpPr>
        <p:spPr>
          <a:xfrm>
            <a:off x="10673969" y="5563779"/>
            <a:ext cx="13064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600" dirty="0">
                <a:latin typeface="Segoe UI"/>
                <a:cs typeface="Segoe UI"/>
              </a:rPr>
              <a:t>2025</a:t>
            </a:r>
            <a:endParaRPr lang="pl-PL" sz="3600" dirty="0"/>
          </a:p>
        </p:txBody>
      </p:sp>
      <p:pic>
        <p:nvPicPr>
          <p:cNvPr id="3" name="Obraz 2" descr="Obraz zawierający tekst, zrzut ekranu, Czcionka, Marka&#10;&#10;Zawartość wygenerowana przez AI może być niepoprawna.">
            <a:extLst>
              <a:ext uri="{FF2B5EF4-FFF2-40B4-BE49-F238E27FC236}">
                <a16:creationId xmlns:a16="http://schemas.microsoft.com/office/drawing/2014/main" id="{39991772-1876-032A-9B2D-5959B77DA3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754" y="4195433"/>
            <a:ext cx="6073957" cy="2415353"/>
          </a:xfrm>
          <a:prstGeom prst="rect">
            <a:avLst/>
          </a:prstGeom>
        </p:spPr>
      </p:pic>
      <p:sp>
        <p:nvSpPr>
          <p:cNvPr id="22" name="pole tekstowe 21">
            <a:extLst>
              <a:ext uri="{FF2B5EF4-FFF2-40B4-BE49-F238E27FC236}">
                <a16:creationId xmlns:a16="http://schemas.microsoft.com/office/drawing/2014/main" id="{22EA110E-7EA8-BC57-5436-30FDA05C3452}"/>
              </a:ext>
            </a:extLst>
          </p:cNvPr>
          <p:cNvSpPr txBox="1"/>
          <p:nvPr/>
        </p:nvSpPr>
        <p:spPr>
          <a:xfrm>
            <a:off x="604686" y="4049372"/>
            <a:ext cx="507287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200" dirty="0">
                <a:latin typeface="Segoe UI"/>
                <a:cs typeface="Segoe UI"/>
              </a:rPr>
              <a:t>AGH Eko-Energia</a:t>
            </a:r>
          </a:p>
          <a:p>
            <a:r>
              <a:rPr lang="pl-PL" dirty="0"/>
              <a:t>Opiekun naukowy: dr inż. Maciej Żołądek</a:t>
            </a:r>
            <a:endParaRPr lang="pl-PL" sz="2200" dirty="0">
              <a:latin typeface="Segoe UI"/>
              <a:cs typeface="Segoe UI"/>
            </a:endParaRPr>
          </a:p>
        </p:txBody>
      </p:sp>
      <p:pic>
        <p:nvPicPr>
          <p:cNvPr id="4" name="Obraz 3" descr="Obraz zawierający logo, Czcionka, Grafika, projekt graficzny">
            <a:extLst>
              <a:ext uri="{FF2B5EF4-FFF2-40B4-BE49-F238E27FC236}">
                <a16:creationId xmlns:a16="http://schemas.microsoft.com/office/drawing/2014/main" id="{23D9E432-AB61-3928-EE00-BA4C5D3E703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966" y="6265385"/>
            <a:ext cx="1084695" cy="462433"/>
          </a:xfrm>
          <a:prstGeom prst="rect">
            <a:avLst/>
          </a:prstGeom>
        </p:spPr>
      </p:pic>
      <p:pic>
        <p:nvPicPr>
          <p:cNvPr id="2" name="Obraz 1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1AEE5D0A-8D87-B197-1E0B-02203662CF8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544" y="2147311"/>
            <a:ext cx="1975092" cy="197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6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DD62BAD9-31C8-2188-9B38-501562427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495" y="291"/>
            <a:ext cx="1927433" cy="1922621"/>
          </a:xfrm>
          <a:prstGeom prst="rect">
            <a:avLst/>
          </a:prstGeom>
        </p:spPr>
      </p:pic>
      <p:sp>
        <p:nvSpPr>
          <p:cNvPr id="24" name="Prostokąt 23">
            <a:extLst>
              <a:ext uri="{FF2B5EF4-FFF2-40B4-BE49-F238E27FC236}">
                <a16:creationId xmlns:a16="http://schemas.microsoft.com/office/drawing/2014/main" id="{3103680C-0E7E-9A9E-0E37-7214384256AA}"/>
              </a:ext>
            </a:extLst>
          </p:cNvPr>
          <p:cNvSpPr/>
          <p:nvPr/>
        </p:nvSpPr>
        <p:spPr>
          <a:xfrm>
            <a:off x="666517" y="17528"/>
            <a:ext cx="103330" cy="852355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" name="Obraz 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069867E9-BBCE-B348-8113-35C8EBA82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07" y="5880800"/>
            <a:ext cx="1679439" cy="768001"/>
          </a:xfrm>
          <a:prstGeom prst="rect">
            <a:avLst/>
          </a:prstGeom>
        </p:spPr>
      </p:pic>
      <p:pic>
        <p:nvPicPr>
          <p:cNvPr id="5" name="Obraz 4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D7185CE5-46D4-757B-C5E5-096915D68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6" y="5811714"/>
            <a:ext cx="436258" cy="8452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9D638152-EE19-8F8F-4A85-E45831FABC4C}"/>
              </a:ext>
            </a:extLst>
          </p:cNvPr>
          <p:cNvSpPr txBox="1"/>
          <p:nvPr/>
        </p:nvSpPr>
        <p:spPr>
          <a:xfrm>
            <a:off x="10992284" y="6090104"/>
            <a:ext cx="13064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000" dirty="0">
                <a:latin typeface="Segoe UI"/>
                <a:cs typeface="Segoe UI"/>
              </a:rPr>
              <a:t>GRU</a:t>
            </a:r>
            <a:endParaRPr lang="pl-PL" sz="2000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57A4CC1-0485-0DB4-0402-B279564D4ED3}"/>
              </a:ext>
            </a:extLst>
          </p:cNvPr>
          <p:cNvSpPr txBox="1"/>
          <p:nvPr/>
        </p:nvSpPr>
        <p:spPr>
          <a:xfrm>
            <a:off x="10992283" y="6384973"/>
            <a:ext cx="1306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>
                <a:latin typeface="Segoe UI"/>
                <a:cs typeface="Segoe UI"/>
              </a:rPr>
              <a:t>2025</a:t>
            </a:r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DB2242B-6CC8-9147-92A5-9C6FC8BCAC42}"/>
              </a:ext>
            </a:extLst>
          </p:cNvPr>
          <p:cNvSpPr txBox="1"/>
          <p:nvPr/>
        </p:nvSpPr>
        <p:spPr>
          <a:xfrm>
            <a:off x="10556025" y="5985877"/>
            <a:ext cx="436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pic>
        <p:nvPicPr>
          <p:cNvPr id="6" name="Obraz 5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0B20AB48-88F4-1163-424D-E028D60FD2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08" y="5758857"/>
            <a:ext cx="1099143" cy="1099143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D5767049-464D-9BD8-D01D-62CD0CBDC1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640" y="1624371"/>
            <a:ext cx="4437612" cy="3609258"/>
          </a:xfrm>
          <a:prstGeom prst="rect">
            <a:avLst/>
          </a:prstGeom>
        </p:spPr>
      </p:pic>
      <p:sp>
        <p:nvSpPr>
          <p:cNvPr id="25" name="pole tekstowe 24">
            <a:extLst>
              <a:ext uri="{FF2B5EF4-FFF2-40B4-BE49-F238E27FC236}">
                <a16:creationId xmlns:a16="http://schemas.microsoft.com/office/drawing/2014/main" id="{345B5073-1F33-6BCC-465A-95B4EB75609D}"/>
              </a:ext>
            </a:extLst>
          </p:cNvPr>
          <p:cNvSpPr txBox="1"/>
          <p:nvPr/>
        </p:nvSpPr>
        <p:spPr>
          <a:xfrm>
            <a:off x="1101537" y="51290"/>
            <a:ext cx="61483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4500" b="1" dirty="0">
                <a:latin typeface="Segoe UI"/>
                <a:cs typeface="Segoe UI"/>
              </a:rPr>
              <a:t>Zapoznanie</a:t>
            </a:r>
            <a:endParaRPr lang="pl-PL" sz="4500" b="1" dirty="0"/>
          </a:p>
        </p:txBody>
      </p:sp>
      <p:pic>
        <p:nvPicPr>
          <p:cNvPr id="29" name="Obraz 28" descr="Obraz zawierający tekst, zrzut ekranu, obwód&#10;&#10;Zawartość wygenerowana przez AI może być niepoprawna.">
            <a:extLst>
              <a:ext uri="{FF2B5EF4-FFF2-40B4-BE49-F238E27FC236}">
                <a16:creationId xmlns:a16="http://schemas.microsoft.com/office/drawing/2014/main" id="{B31269C2-FD16-0DBB-8B03-56FF3EE3249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05" y="3887244"/>
            <a:ext cx="3664311" cy="2497729"/>
          </a:xfrm>
          <a:prstGeom prst="rect">
            <a:avLst/>
          </a:prstGeom>
        </p:spPr>
      </p:pic>
      <p:pic>
        <p:nvPicPr>
          <p:cNvPr id="31" name="Obraz 30" descr="Obraz zawierający obwód, Plan&#10;&#10;Zawartość wygenerowana przez AI może być niepoprawna.">
            <a:extLst>
              <a:ext uri="{FF2B5EF4-FFF2-40B4-BE49-F238E27FC236}">
                <a16:creationId xmlns:a16="http://schemas.microsoft.com/office/drawing/2014/main" id="{2A9A80B2-BF7A-8EA5-8CE9-66684AE2BA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239" y="1040236"/>
            <a:ext cx="2895041" cy="264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29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6D9C-9C57-8920-A3D5-9C9D82D2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EB9D961A-6A83-FA76-F9DF-50766F4C5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495" y="291"/>
            <a:ext cx="1927433" cy="1922621"/>
          </a:xfrm>
          <a:prstGeom prst="rect">
            <a:avLst/>
          </a:prstGeom>
        </p:spPr>
      </p:pic>
      <p:sp>
        <p:nvSpPr>
          <p:cNvPr id="24" name="Prostokąt 23">
            <a:extLst>
              <a:ext uri="{FF2B5EF4-FFF2-40B4-BE49-F238E27FC236}">
                <a16:creationId xmlns:a16="http://schemas.microsoft.com/office/drawing/2014/main" id="{8D32D3B0-2A1A-3EB7-BAEF-1AD6A69D773F}"/>
              </a:ext>
            </a:extLst>
          </p:cNvPr>
          <p:cNvSpPr/>
          <p:nvPr/>
        </p:nvSpPr>
        <p:spPr>
          <a:xfrm>
            <a:off x="666517" y="17528"/>
            <a:ext cx="103330" cy="852355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" name="Obraz 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60563995-AAC8-211A-B1F7-053243D0F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07" y="5880800"/>
            <a:ext cx="1679439" cy="768001"/>
          </a:xfrm>
          <a:prstGeom prst="rect">
            <a:avLst/>
          </a:prstGeom>
        </p:spPr>
      </p:pic>
      <p:pic>
        <p:nvPicPr>
          <p:cNvPr id="5" name="Obraz 4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4A16C1FF-2BEA-27BC-EB40-E17331B76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6" y="5811714"/>
            <a:ext cx="436258" cy="8452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8D3F55D1-6FE1-C452-F0B5-9B3CC3051FC9}"/>
              </a:ext>
            </a:extLst>
          </p:cNvPr>
          <p:cNvSpPr txBox="1"/>
          <p:nvPr/>
        </p:nvSpPr>
        <p:spPr>
          <a:xfrm>
            <a:off x="10992284" y="6090104"/>
            <a:ext cx="13064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000" dirty="0">
                <a:latin typeface="Segoe UI"/>
                <a:cs typeface="Segoe UI"/>
              </a:rPr>
              <a:t>GRU</a:t>
            </a:r>
            <a:endParaRPr lang="pl-PL" sz="2000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7ABA1E8-2B31-5426-7004-CC0531ADD756}"/>
              </a:ext>
            </a:extLst>
          </p:cNvPr>
          <p:cNvSpPr txBox="1"/>
          <p:nvPr/>
        </p:nvSpPr>
        <p:spPr>
          <a:xfrm>
            <a:off x="10992283" y="6384973"/>
            <a:ext cx="1306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>
                <a:latin typeface="Segoe UI"/>
                <a:cs typeface="Segoe UI"/>
              </a:rPr>
              <a:t>2025</a:t>
            </a:r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AC2FBFA-811A-7C6C-A48A-472EFD3ECF7F}"/>
              </a:ext>
            </a:extLst>
          </p:cNvPr>
          <p:cNvSpPr txBox="1"/>
          <p:nvPr/>
        </p:nvSpPr>
        <p:spPr>
          <a:xfrm>
            <a:off x="10556025" y="5985877"/>
            <a:ext cx="436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988DC42-4082-D395-EF86-BB79741ACB8E}"/>
              </a:ext>
            </a:extLst>
          </p:cNvPr>
          <p:cNvSpPr txBox="1"/>
          <p:nvPr/>
        </p:nvSpPr>
        <p:spPr>
          <a:xfrm>
            <a:off x="997007" y="51290"/>
            <a:ext cx="61483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4500" b="1" dirty="0">
                <a:latin typeface="Segoe UI"/>
                <a:cs typeface="Segoe UI"/>
              </a:rPr>
              <a:t>Zasada działania</a:t>
            </a:r>
            <a:endParaRPr lang="pl-PL" sz="4500" b="1" dirty="0"/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4C194919-6B8D-2D1B-55BC-466ED0FF00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5113" y="869883"/>
            <a:ext cx="5974598" cy="5547841"/>
          </a:xfrm>
          <a:prstGeom prst="rect">
            <a:avLst/>
          </a:prstGeom>
        </p:spPr>
      </p:pic>
      <p:pic>
        <p:nvPicPr>
          <p:cNvPr id="21" name="Obraz 20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A0E03830-9904-7070-058D-A2C0486C898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08" y="5758857"/>
            <a:ext cx="1099143" cy="1099143"/>
          </a:xfrm>
          <a:prstGeom prst="rect">
            <a:avLst/>
          </a:prstGeom>
        </p:spPr>
      </p:pic>
      <p:pic>
        <p:nvPicPr>
          <p:cNvPr id="23" name="Obraz 22" descr="Obraz zawierający samolot, koło, statek powietrzny, transport&#10;&#10;Zawartość wygenerowana przez AI może być niepoprawna.">
            <a:extLst>
              <a:ext uri="{FF2B5EF4-FFF2-40B4-BE49-F238E27FC236}">
                <a16:creationId xmlns:a16="http://schemas.microsoft.com/office/drawing/2014/main" id="{71D45592-A85A-1127-7F82-7F24DAE6393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39" y="1308841"/>
            <a:ext cx="3008138" cy="2004305"/>
          </a:xfrm>
          <a:prstGeom prst="rect">
            <a:avLst/>
          </a:prstGeom>
        </p:spPr>
      </p:pic>
      <p:pic>
        <p:nvPicPr>
          <p:cNvPr id="26" name="Obraz 25" descr="Obraz zawierający samochód, pojazd, Konsola centralna, Pojazd mechaniczny&#10;&#10;Zawartość wygenerowana przez AI może być niepoprawna.">
            <a:extLst>
              <a:ext uri="{FF2B5EF4-FFF2-40B4-BE49-F238E27FC236}">
                <a16:creationId xmlns:a16="http://schemas.microsoft.com/office/drawing/2014/main" id="{C486DAA9-120A-6344-B626-5FDC09AA2BA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39" y="3586189"/>
            <a:ext cx="3008138" cy="1723463"/>
          </a:xfrm>
          <a:prstGeom prst="rect">
            <a:avLst/>
          </a:prstGeom>
        </p:spPr>
      </p:pic>
      <p:pic>
        <p:nvPicPr>
          <p:cNvPr id="27" name="Obraz 26">
            <a:extLst>
              <a:ext uri="{FF2B5EF4-FFF2-40B4-BE49-F238E27FC236}">
                <a16:creationId xmlns:a16="http://schemas.microsoft.com/office/drawing/2014/main" id="{5C66C326-499B-99C4-97DF-7E6BE6C221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0759" y="5690561"/>
            <a:ext cx="2629267" cy="295316"/>
          </a:xfrm>
          <a:prstGeom prst="rect">
            <a:avLst/>
          </a:prstGeom>
        </p:spPr>
      </p:pic>
      <p:pic>
        <p:nvPicPr>
          <p:cNvPr id="28" name="Obraz 27">
            <a:extLst>
              <a:ext uri="{FF2B5EF4-FFF2-40B4-BE49-F238E27FC236}">
                <a16:creationId xmlns:a16="http://schemas.microsoft.com/office/drawing/2014/main" id="{71ECF256-3EE1-A546-9F20-A7BE9988AD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5997" y="5690561"/>
            <a:ext cx="2629267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8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A7FD-F62C-8D87-0BFB-011C2B22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698534DD-CF95-CE61-9503-C83780601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495" y="291"/>
            <a:ext cx="1927433" cy="1922621"/>
          </a:xfrm>
          <a:prstGeom prst="rect">
            <a:avLst/>
          </a:prstGeom>
        </p:spPr>
      </p:pic>
      <p:sp>
        <p:nvSpPr>
          <p:cNvPr id="24" name="Prostokąt 23">
            <a:extLst>
              <a:ext uri="{FF2B5EF4-FFF2-40B4-BE49-F238E27FC236}">
                <a16:creationId xmlns:a16="http://schemas.microsoft.com/office/drawing/2014/main" id="{3DC36C59-BAC6-4BE8-83EF-D682ADB70894}"/>
              </a:ext>
            </a:extLst>
          </p:cNvPr>
          <p:cNvSpPr/>
          <p:nvPr/>
        </p:nvSpPr>
        <p:spPr>
          <a:xfrm>
            <a:off x="666517" y="17528"/>
            <a:ext cx="103330" cy="852355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" name="Obraz 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2ED3D5B8-4069-D803-4A9A-CF29699B4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07" y="5880800"/>
            <a:ext cx="1679439" cy="768001"/>
          </a:xfrm>
          <a:prstGeom prst="rect">
            <a:avLst/>
          </a:prstGeom>
        </p:spPr>
      </p:pic>
      <p:pic>
        <p:nvPicPr>
          <p:cNvPr id="5" name="Obraz 4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F1DB1CE4-7320-3E21-DB53-42DF0159E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6" y="5811714"/>
            <a:ext cx="436258" cy="8452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56490D2C-ECD9-9A42-3F97-052B6E2C6664}"/>
              </a:ext>
            </a:extLst>
          </p:cNvPr>
          <p:cNvSpPr txBox="1"/>
          <p:nvPr/>
        </p:nvSpPr>
        <p:spPr>
          <a:xfrm>
            <a:off x="10992284" y="6090104"/>
            <a:ext cx="13064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000" dirty="0">
                <a:latin typeface="Segoe UI"/>
                <a:cs typeface="Segoe UI"/>
              </a:rPr>
              <a:t>GRU</a:t>
            </a:r>
            <a:endParaRPr lang="pl-PL" sz="2000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0FB2DC5-BCC2-AB85-CC54-129955D4F82E}"/>
              </a:ext>
            </a:extLst>
          </p:cNvPr>
          <p:cNvSpPr txBox="1"/>
          <p:nvPr/>
        </p:nvSpPr>
        <p:spPr>
          <a:xfrm>
            <a:off x="10992283" y="6384973"/>
            <a:ext cx="1306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>
                <a:latin typeface="Segoe UI"/>
                <a:cs typeface="Segoe UI"/>
              </a:rPr>
              <a:t>2025</a:t>
            </a:r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4832893D-CF2E-15BA-CE7D-89BB2426F345}"/>
              </a:ext>
            </a:extLst>
          </p:cNvPr>
          <p:cNvSpPr txBox="1"/>
          <p:nvPr/>
        </p:nvSpPr>
        <p:spPr>
          <a:xfrm>
            <a:off x="10556025" y="5985877"/>
            <a:ext cx="436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00270B9-024B-0173-1CDD-B3AB9EAA6C8A}"/>
              </a:ext>
            </a:extLst>
          </p:cNvPr>
          <p:cNvSpPr txBox="1"/>
          <p:nvPr/>
        </p:nvSpPr>
        <p:spPr>
          <a:xfrm>
            <a:off x="997007" y="51290"/>
            <a:ext cx="61483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4500" b="1" dirty="0">
                <a:latin typeface="Segoe UI"/>
                <a:cs typeface="Segoe UI"/>
              </a:rPr>
              <a:t>Przyciski</a:t>
            </a:r>
            <a:endParaRPr lang="pl-PL" sz="4500" b="1" dirty="0"/>
          </a:p>
        </p:txBody>
      </p:sp>
      <p:pic>
        <p:nvPicPr>
          <p:cNvPr id="21" name="Obraz 20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D6CE0C32-52AA-E5F4-F362-DD361CBC34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08" y="5758857"/>
            <a:ext cx="1099143" cy="109914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01FE336-1CC4-47B3-A149-BE27882E0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275" y="2379351"/>
            <a:ext cx="4663220" cy="350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713D7EE5-8D9E-4BF2-0FA0-93B6F9413694}"/>
              </a:ext>
            </a:extLst>
          </p:cNvPr>
          <p:cNvSpPr txBox="1"/>
          <p:nvPr/>
        </p:nvSpPr>
        <p:spPr>
          <a:xfrm>
            <a:off x="769847" y="1922912"/>
            <a:ext cx="614838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000" dirty="0">
                <a:latin typeface="Segoe UI"/>
                <a:cs typeface="Segoe UI"/>
              </a:rPr>
              <a:t>Zasilanie 3.3V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Prostota logika 0/1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Stylowy wygląd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Odporność mechaniczna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77616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0C71A-609C-F17D-7872-9115D952A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8F4633C9-4051-8DA5-7373-466C1E5C8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495" y="291"/>
            <a:ext cx="1927433" cy="1922621"/>
          </a:xfrm>
          <a:prstGeom prst="rect">
            <a:avLst/>
          </a:prstGeom>
        </p:spPr>
      </p:pic>
      <p:sp>
        <p:nvSpPr>
          <p:cNvPr id="24" name="Prostokąt 23">
            <a:extLst>
              <a:ext uri="{FF2B5EF4-FFF2-40B4-BE49-F238E27FC236}">
                <a16:creationId xmlns:a16="http://schemas.microsoft.com/office/drawing/2014/main" id="{1859C3C3-3164-E9CE-96D0-CB5B22CB0E20}"/>
              </a:ext>
            </a:extLst>
          </p:cNvPr>
          <p:cNvSpPr/>
          <p:nvPr/>
        </p:nvSpPr>
        <p:spPr>
          <a:xfrm>
            <a:off x="666517" y="17528"/>
            <a:ext cx="103330" cy="852355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" name="Obraz 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186369C7-89F4-0513-0CD5-8CB569450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07" y="5880800"/>
            <a:ext cx="1679439" cy="768001"/>
          </a:xfrm>
          <a:prstGeom prst="rect">
            <a:avLst/>
          </a:prstGeom>
        </p:spPr>
      </p:pic>
      <p:pic>
        <p:nvPicPr>
          <p:cNvPr id="5" name="Obraz 4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22B0098B-8D35-ED22-5A61-72302F2A5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6" y="5811714"/>
            <a:ext cx="436258" cy="8452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84A78288-75CC-6F5F-ABDB-CC54BF9D90A9}"/>
              </a:ext>
            </a:extLst>
          </p:cNvPr>
          <p:cNvSpPr txBox="1"/>
          <p:nvPr/>
        </p:nvSpPr>
        <p:spPr>
          <a:xfrm>
            <a:off x="10992284" y="6090104"/>
            <a:ext cx="13064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000" dirty="0">
                <a:latin typeface="Segoe UI"/>
                <a:cs typeface="Segoe UI"/>
              </a:rPr>
              <a:t>GRU</a:t>
            </a:r>
            <a:endParaRPr lang="pl-PL" sz="2000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46E2F5A-7E48-6E7E-4716-26B580C8E64D}"/>
              </a:ext>
            </a:extLst>
          </p:cNvPr>
          <p:cNvSpPr txBox="1"/>
          <p:nvPr/>
        </p:nvSpPr>
        <p:spPr>
          <a:xfrm>
            <a:off x="10992283" y="6384973"/>
            <a:ext cx="1306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>
                <a:latin typeface="Segoe UI"/>
                <a:cs typeface="Segoe UI"/>
              </a:rPr>
              <a:t>2025</a:t>
            </a:r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B6ABADA-4114-10B7-FB4C-1BB09E9CA8B4}"/>
              </a:ext>
            </a:extLst>
          </p:cNvPr>
          <p:cNvSpPr txBox="1"/>
          <p:nvPr/>
        </p:nvSpPr>
        <p:spPr>
          <a:xfrm>
            <a:off x="10556025" y="5985877"/>
            <a:ext cx="436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0A3C153-438B-7AAD-B42E-C065394B4FE7}"/>
              </a:ext>
            </a:extLst>
          </p:cNvPr>
          <p:cNvSpPr txBox="1"/>
          <p:nvPr/>
        </p:nvSpPr>
        <p:spPr>
          <a:xfrm>
            <a:off x="997007" y="51290"/>
            <a:ext cx="61483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4500" b="1" dirty="0">
                <a:latin typeface="Segoe UI"/>
                <a:cs typeface="Segoe UI"/>
              </a:rPr>
              <a:t>PRND, </a:t>
            </a:r>
            <a:r>
              <a:rPr lang="pl-PL" sz="4500" b="1" dirty="0" err="1">
                <a:latin typeface="Segoe UI"/>
                <a:cs typeface="Segoe UI"/>
              </a:rPr>
              <a:t>Light</a:t>
            </a:r>
            <a:r>
              <a:rPr lang="pl-PL" sz="4500" b="1" dirty="0">
                <a:latin typeface="Segoe UI"/>
                <a:cs typeface="Segoe UI"/>
              </a:rPr>
              <a:t> </a:t>
            </a:r>
            <a:r>
              <a:rPr lang="pl-PL" sz="4500" b="1" dirty="0" err="1">
                <a:latin typeface="Segoe UI"/>
                <a:cs typeface="Segoe UI"/>
              </a:rPr>
              <a:t>switch</a:t>
            </a:r>
            <a:r>
              <a:rPr lang="pl-PL" sz="4500" b="1" dirty="0">
                <a:latin typeface="Segoe UI"/>
                <a:cs typeface="Segoe UI"/>
              </a:rPr>
              <a:t> </a:t>
            </a:r>
            <a:endParaRPr lang="pl-PL" sz="4500" b="1" dirty="0"/>
          </a:p>
        </p:txBody>
      </p:sp>
      <p:pic>
        <p:nvPicPr>
          <p:cNvPr id="21" name="Obraz 20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8DF874CC-6C1F-F720-B716-29F1CA81E9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08" y="5758857"/>
            <a:ext cx="1099143" cy="109914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9DC68A2D-F09F-20E6-D579-56D152741DAE}"/>
              </a:ext>
            </a:extLst>
          </p:cNvPr>
          <p:cNvSpPr txBox="1"/>
          <p:nvPr/>
        </p:nvSpPr>
        <p:spPr>
          <a:xfrm>
            <a:off x="769847" y="1922912"/>
            <a:ext cx="614838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000" dirty="0">
                <a:latin typeface="Segoe UI"/>
                <a:cs typeface="Segoe UI"/>
              </a:rPr>
              <a:t>Zasilanie 3.3V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Kanał ADC mikrokontrolera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Zastosowany druk 3D</a:t>
            </a:r>
          </a:p>
          <a:p>
            <a:endParaRPr lang="pl-PL" sz="30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Prosty przełącznik obrotowy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30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000" dirty="0">
              <a:latin typeface="Segoe UI"/>
              <a:cs typeface="Segoe UI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71CE7AD-08CF-4B36-48D6-49F5AEEBB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2619" y="1656261"/>
            <a:ext cx="2875929" cy="2159434"/>
          </a:xfrm>
          <a:prstGeom prst="rect">
            <a:avLst/>
          </a:prstGeom>
        </p:spPr>
      </p:pic>
      <p:pic>
        <p:nvPicPr>
          <p:cNvPr id="10" name="Obraz 9" descr="Obraz zawierający w pomieszczeniu, niebieskie&#10;&#10;Zawartość wygenerowana przez AI może być niepoprawna.">
            <a:extLst>
              <a:ext uri="{FF2B5EF4-FFF2-40B4-BE49-F238E27FC236}">
                <a16:creationId xmlns:a16="http://schemas.microsoft.com/office/drawing/2014/main" id="{880B3EFF-1019-BC0F-74F0-8B8CA57BC2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065" y="4299951"/>
            <a:ext cx="2860155" cy="2147591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12C20F54-9388-187E-32D5-4132EB8EFC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5814" y="2588615"/>
            <a:ext cx="2349679" cy="293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7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48FF-A2DF-4F48-FB6A-E2A569B5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E2869805-42F6-304D-C993-C2284F8CA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495" y="291"/>
            <a:ext cx="1927433" cy="1922621"/>
          </a:xfrm>
          <a:prstGeom prst="rect">
            <a:avLst/>
          </a:prstGeom>
        </p:spPr>
      </p:pic>
      <p:sp>
        <p:nvSpPr>
          <p:cNvPr id="24" name="Prostokąt 23">
            <a:extLst>
              <a:ext uri="{FF2B5EF4-FFF2-40B4-BE49-F238E27FC236}">
                <a16:creationId xmlns:a16="http://schemas.microsoft.com/office/drawing/2014/main" id="{0F0BBFD0-6C8C-04E4-CE7B-1FDEF098769C}"/>
              </a:ext>
            </a:extLst>
          </p:cNvPr>
          <p:cNvSpPr/>
          <p:nvPr/>
        </p:nvSpPr>
        <p:spPr>
          <a:xfrm>
            <a:off x="666517" y="17528"/>
            <a:ext cx="103330" cy="852355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" name="Obraz 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C59CA9A6-0916-9477-7E6F-C230961ED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07" y="5880800"/>
            <a:ext cx="1679439" cy="768001"/>
          </a:xfrm>
          <a:prstGeom prst="rect">
            <a:avLst/>
          </a:prstGeom>
        </p:spPr>
      </p:pic>
      <p:pic>
        <p:nvPicPr>
          <p:cNvPr id="5" name="Obraz 4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E105AD3D-4795-818C-7B88-804FCD911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6" y="5811714"/>
            <a:ext cx="436258" cy="8452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06C86AC5-564C-ECFD-1B01-B79A45B18326}"/>
              </a:ext>
            </a:extLst>
          </p:cNvPr>
          <p:cNvSpPr txBox="1"/>
          <p:nvPr/>
        </p:nvSpPr>
        <p:spPr>
          <a:xfrm>
            <a:off x="10992284" y="6090104"/>
            <a:ext cx="13064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000" dirty="0">
                <a:latin typeface="Segoe UI"/>
                <a:cs typeface="Segoe UI"/>
              </a:rPr>
              <a:t>GRU</a:t>
            </a:r>
            <a:endParaRPr lang="pl-PL" sz="2000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BCA6B33-B936-243F-8912-B50103A7942D}"/>
              </a:ext>
            </a:extLst>
          </p:cNvPr>
          <p:cNvSpPr txBox="1"/>
          <p:nvPr/>
        </p:nvSpPr>
        <p:spPr>
          <a:xfrm>
            <a:off x="10992283" y="6384973"/>
            <a:ext cx="1306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>
                <a:latin typeface="Segoe UI"/>
                <a:cs typeface="Segoe UI"/>
              </a:rPr>
              <a:t>2025</a:t>
            </a:r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0554E184-E6E0-66B6-FD79-511D1148DC31}"/>
              </a:ext>
            </a:extLst>
          </p:cNvPr>
          <p:cNvSpPr txBox="1"/>
          <p:nvPr/>
        </p:nvSpPr>
        <p:spPr>
          <a:xfrm>
            <a:off x="10556025" y="5985877"/>
            <a:ext cx="436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64021FF-6B28-647D-0494-E3D21B153CF6}"/>
              </a:ext>
            </a:extLst>
          </p:cNvPr>
          <p:cNvSpPr txBox="1"/>
          <p:nvPr/>
        </p:nvSpPr>
        <p:spPr>
          <a:xfrm>
            <a:off x="997007" y="51290"/>
            <a:ext cx="61483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4500" b="1" dirty="0" err="1">
                <a:latin typeface="Segoe UI"/>
                <a:cs typeface="Segoe UI"/>
              </a:rPr>
              <a:t>Enkoder</a:t>
            </a:r>
            <a:endParaRPr lang="pl-PL" sz="4500" b="1" dirty="0"/>
          </a:p>
        </p:txBody>
      </p:sp>
      <p:pic>
        <p:nvPicPr>
          <p:cNvPr id="21" name="Obraz 20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EB0C1281-602A-52BF-9EA7-6738737AB8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08" y="5758857"/>
            <a:ext cx="1099143" cy="109914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68093A4E-3409-E824-6B1B-56E7CA450034}"/>
              </a:ext>
            </a:extLst>
          </p:cNvPr>
          <p:cNvSpPr txBox="1"/>
          <p:nvPr/>
        </p:nvSpPr>
        <p:spPr>
          <a:xfrm>
            <a:off x="769847" y="1922912"/>
            <a:ext cx="614838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000" dirty="0">
                <a:latin typeface="Segoe UI"/>
                <a:cs typeface="Segoe UI"/>
              </a:rPr>
              <a:t>Standard RS485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Porty UART mikrokontrolera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Wysoka dokładność</a:t>
            </a:r>
          </a:p>
          <a:p>
            <a:endParaRPr lang="pl-PL" sz="30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Odporność na zakłócenia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30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000" dirty="0">
              <a:latin typeface="Segoe UI"/>
              <a:cs typeface="Segoe UI"/>
            </a:endParaRP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D08ECEB1-46C3-BA5B-2557-EAD8715D9F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2048" y="961601"/>
            <a:ext cx="2901896" cy="2783105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5A82B571-ECB6-C582-E556-0BA0EEC33C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8615" y="2612958"/>
            <a:ext cx="2745293" cy="278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49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C3632-21A1-91C7-6CCA-6028B2D2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649BEDFD-4369-7B4A-6270-8D29F24EA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495" y="291"/>
            <a:ext cx="1927433" cy="1922621"/>
          </a:xfrm>
          <a:prstGeom prst="rect">
            <a:avLst/>
          </a:prstGeom>
        </p:spPr>
      </p:pic>
      <p:sp>
        <p:nvSpPr>
          <p:cNvPr id="24" name="Prostokąt 23">
            <a:extLst>
              <a:ext uri="{FF2B5EF4-FFF2-40B4-BE49-F238E27FC236}">
                <a16:creationId xmlns:a16="http://schemas.microsoft.com/office/drawing/2014/main" id="{74997FA4-18B5-C9D3-D5EA-1FD5550F27AE}"/>
              </a:ext>
            </a:extLst>
          </p:cNvPr>
          <p:cNvSpPr/>
          <p:nvPr/>
        </p:nvSpPr>
        <p:spPr>
          <a:xfrm>
            <a:off x="666517" y="17528"/>
            <a:ext cx="103330" cy="852355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" name="Obraz 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0E62406C-EFEB-1729-EC2C-5A46385F4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07" y="5880800"/>
            <a:ext cx="1679439" cy="768001"/>
          </a:xfrm>
          <a:prstGeom prst="rect">
            <a:avLst/>
          </a:prstGeom>
        </p:spPr>
      </p:pic>
      <p:pic>
        <p:nvPicPr>
          <p:cNvPr id="5" name="Obraz 4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1160C48B-E30B-0C72-55B2-A99A03FE71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6" y="5811714"/>
            <a:ext cx="436258" cy="8452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49D80A47-C943-75F0-5557-13FD3A64BF45}"/>
              </a:ext>
            </a:extLst>
          </p:cNvPr>
          <p:cNvSpPr txBox="1"/>
          <p:nvPr/>
        </p:nvSpPr>
        <p:spPr>
          <a:xfrm>
            <a:off x="10992284" y="6090104"/>
            <a:ext cx="13064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000" dirty="0">
                <a:latin typeface="Segoe UI"/>
                <a:cs typeface="Segoe UI"/>
              </a:rPr>
              <a:t>GRU</a:t>
            </a:r>
            <a:endParaRPr lang="pl-PL" sz="2000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F335090-9D63-B678-8205-511C43B0DE96}"/>
              </a:ext>
            </a:extLst>
          </p:cNvPr>
          <p:cNvSpPr txBox="1"/>
          <p:nvPr/>
        </p:nvSpPr>
        <p:spPr>
          <a:xfrm>
            <a:off x="10992283" y="6384973"/>
            <a:ext cx="1306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>
                <a:latin typeface="Segoe UI"/>
                <a:cs typeface="Segoe UI"/>
              </a:rPr>
              <a:t>2025</a:t>
            </a:r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BF0AB1E-BA00-7E1B-DC8E-3D30C035C116}"/>
              </a:ext>
            </a:extLst>
          </p:cNvPr>
          <p:cNvSpPr txBox="1"/>
          <p:nvPr/>
        </p:nvSpPr>
        <p:spPr>
          <a:xfrm>
            <a:off x="10556025" y="5985877"/>
            <a:ext cx="436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3487C07-F7FA-34DE-215A-74B7516E0613}"/>
              </a:ext>
            </a:extLst>
          </p:cNvPr>
          <p:cNvSpPr txBox="1"/>
          <p:nvPr/>
        </p:nvSpPr>
        <p:spPr>
          <a:xfrm>
            <a:off x="997007" y="51290"/>
            <a:ext cx="61483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4500" b="1" dirty="0" err="1">
                <a:latin typeface="Segoe UI"/>
                <a:cs typeface="Segoe UI"/>
              </a:rPr>
              <a:t>Wipers</a:t>
            </a:r>
            <a:r>
              <a:rPr lang="pl-PL" sz="4500" b="1" dirty="0">
                <a:latin typeface="Segoe UI"/>
                <a:cs typeface="Segoe UI"/>
              </a:rPr>
              <a:t>, </a:t>
            </a:r>
            <a:r>
              <a:rPr lang="pl-PL" sz="4500" b="1" dirty="0" err="1">
                <a:latin typeface="Segoe UI"/>
                <a:cs typeface="Segoe UI"/>
              </a:rPr>
              <a:t>Rain</a:t>
            </a:r>
            <a:r>
              <a:rPr lang="pl-PL" sz="4500" b="1" dirty="0">
                <a:latin typeface="Segoe UI"/>
                <a:cs typeface="Segoe UI"/>
              </a:rPr>
              <a:t> Sensor</a:t>
            </a:r>
            <a:endParaRPr lang="pl-PL" sz="4500" b="1" dirty="0"/>
          </a:p>
        </p:txBody>
      </p:sp>
      <p:pic>
        <p:nvPicPr>
          <p:cNvPr id="21" name="Obraz 20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E5B5F9C0-9427-C283-6A25-32869A0EAC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08" y="5758857"/>
            <a:ext cx="1099143" cy="109914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43D4771F-08CE-0C52-6CAA-78C561416BA9}"/>
              </a:ext>
            </a:extLst>
          </p:cNvPr>
          <p:cNvSpPr txBox="1"/>
          <p:nvPr/>
        </p:nvSpPr>
        <p:spPr>
          <a:xfrm>
            <a:off x="769847" y="1922912"/>
            <a:ext cx="6148386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000" dirty="0">
                <a:latin typeface="Segoe UI"/>
                <a:cs typeface="Segoe UI"/>
              </a:rPr>
              <a:t>Logika 3.3V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Wbudowany UART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Duże moce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Tryby pracy wycieraczek</a:t>
            </a:r>
          </a:p>
          <a:p>
            <a:endParaRPr lang="pl-PL" sz="30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Spryskiwacze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30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000" dirty="0">
              <a:latin typeface="Segoe UI"/>
              <a:cs typeface="Segoe UI"/>
            </a:endParaRP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784B189B-D9ED-B407-4D2A-E49A7FE66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1" y="1729557"/>
            <a:ext cx="3665062" cy="4151243"/>
          </a:xfrm>
          <a:prstGeom prst="rect">
            <a:avLst/>
          </a:prstGeom>
        </p:spPr>
      </p:pic>
      <p:pic>
        <p:nvPicPr>
          <p:cNvPr id="5124" name="Picture 4" descr="How it Works | Rain Sensors">
            <a:extLst>
              <a:ext uri="{FF2B5EF4-FFF2-40B4-BE49-F238E27FC236}">
                <a16:creationId xmlns:a16="http://schemas.microsoft.com/office/drawing/2014/main" id="{04D8A1D2-F4AC-972A-6722-A563EBA61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5647" y="2003601"/>
            <a:ext cx="2897649" cy="224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D1A5BC9B-CDA8-C3EE-F9C6-9543ED90FA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07" y="4333457"/>
            <a:ext cx="1719328" cy="143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73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09EC-61AC-C250-95B3-F2FD3DA5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7FC9C4D6-98C1-BCBA-881E-B1394DA30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495" y="291"/>
            <a:ext cx="1927433" cy="1922621"/>
          </a:xfrm>
          <a:prstGeom prst="rect">
            <a:avLst/>
          </a:prstGeom>
        </p:spPr>
      </p:pic>
      <p:sp>
        <p:nvSpPr>
          <p:cNvPr id="24" name="Prostokąt 23">
            <a:extLst>
              <a:ext uri="{FF2B5EF4-FFF2-40B4-BE49-F238E27FC236}">
                <a16:creationId xmlns:a16="http://schemas.microsoft.com/office/drawing/2014/main" id="{921CD428-61DF-CD81-8316-4A3855D2098D}"/>
              </a:ext>
            </a:extLst>
          </p:cNvPr>
          <p:cNvSpPr/>
          <p:nvPr/>
        </p:nvSpPr>
        <p:spPr>
          <a:xfrm>
            <a:off x="666517" y="17528"/>
            <a:ext cx="103330" cy="852355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" name="Obraz 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F4FB5FEC-AAF8-FF48-F335-D455AFC87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07" y="5880800"/>
            <a:ext cx="1679439" cy="768001"/>
          </a:xfrm>
          <a:prstGeom prst="rect">
            <a:avLst/>
          </a:prstGeom>
        </p:spPr>
      </p:pic>
      <p:pic>
        <p:nvPicPr>
          <p:cNvPr id="5" name="Obraz 4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8B9A88A9-49E3-D644-DB38-C3C8AC13D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6" y="5811714"/>
            <a:ext cx="436258" cy="8452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8E390AB4-C9E1-7CC5-BBE4-C5BB77B02E84}"/>
              </a:ext>
            </a:extLst>
          </p:cNvPr>
          <p:cNvSpPr txBox="1"/>
          <p:nvPr/>
        </p:nvSpPr>
        <p:spPr>
          <a:xfrm>
            <a:off x="10992284" y="6090104"/>
            <a:ext cx="13064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000" dirty="0">
                <a:latin typeface="Segoe UI"/>
                <a:cs typeface="Segoe UI"/>
              </a:rPr>
              <a:t>GRU</a:t>
            </a:r>
            <a:endParaRPr lang="pl-PL" sz="2000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9B832EC-1818-8CD9-910A-BD9ABA9EA99F}"/>
              </a:ext>
            </a:extLst>
          </p:cNvPr>
          <p:cNvSpPr txBox="1"/>
          <p:nvPr/>
        </p:nvSpPr>
        <p:spPr>
          <a:xfrm>
            <a:off x="10992283" y="6384973"/>
            <a:ext cx="1306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>
                <a:latin typeface="Segoe UI"/>
                <a:cs typeface="Segoe UI"/>
              </a:rPr>
              <a:t>2025</a:t>
            </a:r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2E48C6D-DC9F-E65A-A3B7-A9EA00C1D897}"/>
              </a:ext>
            </a:extLst>
          </p:cNvPr>
          <p:cNvSpPr txBox="1"/>
          <p:nvPr/>
        </p:nvSpPr>
        <p:spPr>
          <a:xfrm>
            <a:off x="10556025" y="5985877"/>
            <a:ext cx="436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C0F8611-8A43-AC8A-BD29-D13B653111BA}"/>
              </a:ext>
            </a:extLst>
          </p:cNvPr>
          <p:cNvSpPr txBox="1"/>
          <p:nvPr/>
        </p:nvSpPr>
        <p:spPr>
          <a:xfrm>
            <a:off x="997007" y="51290"/>
            <a:ext cx="61483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4500" b="1" dirty="0" err="1">
                <a:latin typeface="Segoe UI"/>
                <a:cs typeface="Segoe UI"/>
              </a:rPr>
              <a:t>Shifters</a:t>
            </a:r>
            <a:endParaRPr lang="pl-PL" sz="4500" b="1" dirty="0"/>
          </a:p>
        </p:txBody>
      </p:sp>
      <p:pic>
        <p:nvPicPr>
          <p:cNvPr id="21" name="Obraz 20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3ED35D8F-5C28-4503-C023-ADE4829D10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08" y="5758857"/>
            <a:ext cx="1099143" cy="109914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A8EF0A53-C3BA-6FDA-20E9-07A7281B0670}"/>
              </a:ext>
            </a:extLst>
          </p:cNvPr>
          <p:cNvSpPr txBox="1"/>
          <p:nvPr/>
        </p:nvSpPr>
        <p:spPr>
          <a:xfrm>
            <a:off x="769847" y="1922912"/>
            <a:ext cx="614838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000" dirty="0">
                <a:latin typeface="Segoe UI"/>
                <a:cs typeface="Segoe UI"/>
              </a:rPr>
              <a:t>Logika 3.3V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Wiele kanałów ADC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Tempomat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Dzielniki rezystorowe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30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000" dirty="0">
              <a:latin typeface="Segoe UI"/>
              <a:cs typeface="Segoe UI"/>
            </a:endParaRPr>
          </a:p>
        </p:txBody>
      </p:sp>
      <p:pic>
        <p:nvPicPr>
          <p:cNvPr id="13" name="Obraz 12" descr="Obraz zawierający dźwignia, wyroby z metalu, Część samochodowa, rower/motor&#10;&#10;Zawartość wygenerowana przez AI może być niepoprawna.">
            <a:extLst>
              <a:ext uri="{FF2B5EF4-FFF2-40B4-BE49-F238E27FC236}">
                <a16:creationId xmlns:a16="http://schemas.microsoft.com/office/drawing/2014/main" id="{278A9055-F553-C38B-E034-7D36C074DE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704" y="961601"/>
            <a:ext cx="4162425" cy="3125419"/>
          </a:xfrm>
          <a:prstGeom prst="rect">
            <a:avLst/>
          </a:prstGeom>
        </p:spPr>
      </p:pic>
      <p:sp>
        <p:nvSpPr>
          <p:cNvPr id="14" name="AutoShape 2">
            <a:extLst>
              <a:ext uri="{FF2B5EF4-FFF2-40B4-BE49-F238E27FC236}">
                <a16:creationId xmlns:a16="http://schemas.microsoft.com/office/drawing/2014/main" id="{682321D9-E328-1C39-AF79-7D515D2AFF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C874BC2D-F641-EA90-1E3A-A3941CEFC9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22" name="Obraz 21">
            <a:extLst>
              <a:ext uri="{FF2B5EF4-FFF2-40B4-BE49-F238E27FC236}">
                <a16:creationId xmlns:a16="http://schemas.microsoft.com/office/drawing/2014/main" id="{E5F9BCDB-AA26-B41B-4426-696957D091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995" y="4454535"/>
            <a:ext cx="2654392" cy="177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83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2B7CD-0CA4-F6E1-2A2F-B98E91AB1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1027BCBE-8DD8-2B26-CFC6-44EBB8982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495" y="291"/>
            <a:ext cx="1927433" cy="1922621"/>
          </a:xfrm>
          <a:prstGeom prst="rect">
            <a:avLst/>
          </a:prstGeom>
        </p:spPr>
      </p:pic>
      <p:sp>
        <p:nvSpPr>
          <p:cNvPr id="24" name="Prostokąt 23">
            <a:extLst>
              <a:ext uri="{FF2B5EF4-FFF2-40B4-BE49-F238E27FC236}">
                <a16:creationId xmlns:a16="http://schemas.microsoft.com/office/drawing/2014/main" id="{C6278215-F568-DDB2-F92B-0354D8117AA2}"/>
              </a:ext>
            </a:extLst>
          </p:cNvPr>
          <p:cNvSpPr/>
          <p:nvPr/>
        </p:nvSpPr>
        <p:spPr>
          <a:xfrm>
            <a:off x="666517" y="17528"/>
            <a:ext cx="103330" cy="852355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" name="Obraz 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E9696E28-D011-6E2F-C0A9-FCFA3DED3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07" y="5880800"/>
            <a:ext cx="1679439" cy="768001"/>
          </a:xfrm>
          <a:prstGeom prst="rect">
            <a:avLst/>
          </a:prstGeom>
        </p:spPr>
      </p:pic>
      <p:pic>
        <p:nvPicPr>
          <p:cNvPr id="5" name="Obraz 4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FF11B368-F468-3732-77BE-013176C06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6" y="5811714"/>
            <a:ext cx="436258" cy="8452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CFF8A960-3EBC-04D9-10BF-E174AF8F4DB7}"/>
              </a:ext>
            </a:extLst>
          </p:cNvPr>
          <p:cNvSpPr txBox="1"/>
          <p:nvPr/>
        </p:nvSpPr>
        <p:spPr>
          <a:xfrm>
            <a:off x="10992284" y="6090104"/>
            <a:ext cx="13064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000" dirty="0">
                <a:latin typeface="Segoe UI"/>
                <a:cs typeface="Segoe UI"/>
              </a:rPr>
              <a:t>GRU</a:t>
            </a:r>
            <a:endParaRPr lang="pl-PL" sz="2000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E5EC1A0-CDFC-CE67-3156-E98D908DAD18}"/>
              </a:ext>
            </a:extLst>
          </p:cNvPr>
          <p:cNvSpPr txBox="1"/>
          <p:nvPr/>
        </p:nvSpPr>
        <p:spPr>
          <a:xfrm>
            <a:off x="10992283" y="6384973"/>
            <a:ext cx="1306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>
                <a:latin typeface="Segoe UI"/>
                <a:cs typeface="Segoe UI"/>
              </a:rPr>
              <a:t>2025</a:t>
            </a:r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0C6A6CB-814E-D0A1-2E74-2713013F0340}"/>
              </a:ext>
            </a:extLst>
          </p:cNvPr>
          <p:cNvSpPr txBox="1"/>
          <p:nvPr/>
        </p:nvSpPr>
        <p:spPr>
          <a:xfrm>
            <a:off x="10556025" y="5985877"/>
            <a:ext cx="436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04489A1-5854-B305-1D57-35824B02B38F}"/>
              </a:ext>
            </a:extLst>
          </p:cNvPr>
          <p:cNvSpPr txBox="1"/>
          <p:nvPr/>
        </p:nvSpPr>
        <p:spPr>
          <a:xfrm>
            <a:off x="997007" y="51290"/>
            <a:ext cx="61483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4500" b="1" dirty="0" err="1">
                <a:latin typeface="Segoe UI"/>
                <a:cs typeface="Segoe UI"/>
              </a:rPr>
              <a:t>Errors</a:t>
            </a:r>
            <a:endParaRPr lang="pl-PL" sz="4500" b="1" dirty="0"/>
          </a:p>
        </p:txBody>
      </p:sp>
      <p:pic>
        <p:nvPicPr>
          <p:cNvPr id="21" name="Obraz 20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35262CCF-970D-2EA9-B8B6-A9F113AA5A1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08" y="5758857"/>
            <a:ext cx="1099143" cy="109914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1711B56B-D7A3-0909-D333-90F3F4E40604}"/>
              </a:ext>
            </a:extLst>
          </p:cNvPr>
          <p:cNvSpPr txBox="1"/>
          <p:nvPr/>
        </p:nvSpPr>
        <p:spPr>
          <a:xfrm>
            <a:off x="769847" y="1922912"/>
            <a:ext cx="614838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30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000" dirty="0">
              <a:latin typeface="Segoe UI"/>
              <a:cs typeface="Segoe UI"/>
            </a:endParaRPr>
          </a:p>
        </p:txBody>
      </p:sp>
      <p:pic>
        <p:nvPicPr>
          <p:cNvPr id="8" name="Obraz 7" descr="Obraz zawierający urządzenie, tekst, Przyrząd pomiarowy, panel sterowania&#10;&#10;Zawartość wygenerowana przez AI może być niepoprawna.">
            <a:extLst>
              <a:ext uri="{FF2B5EF4-FFF2-40B4-BE49-F238E27FC236}">
                <a16:creationId xmlns:a16="http://schemas.microsoft.com/office/drawing/2014/main" id="{6B95B896-09CF-6CCE-8299-301F6CEFA9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47" y="1724971"/>
            <a:ext cx="8841073" cy="323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64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4561F-B38C-8228-40DF-077F736F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Obraz zawierający sztuka, Taniec, osoba&#10;&#10;Opis wygenerowany automatycznie">
            <a:extLst>
              <a:ext uri="{FF2B5EF4-FFF2-40B4-BE49-F238E27FC236}">
                <a16:creationId xmlns:a16="http://schemas.microsoft.com/office/drawing/2014/main" id="{72A2F76E-1F59-FD9D-F4DE-2963CBABE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495" y="291"/>
            <a:ext cx="1927433" cy="1922621"/>
          </a:xfrm>
          <a:prstGeom prst="rect">
            <a:avLst/>
          </a:prstGeom>
        </p:spPr>
      </p:pic>
      <p:sp>
        <p:nvSpPr>
          <p:cNvPr id="24" name="Prostokąt 23">
            <a:extLst>
              <a:ext uri="{FF2B5EF4-FFF2-40B4-BE49-F238E27FC236}">
                <a16:creationId xmlns:a16="http://schemas.microsoft.com/office/drawing/2014/main" id="{B30B771A-1736-A1B4-486D-579C9721E63F}"/>
              </a:ext>
            </a:extLst>
          </p:cNvPr>
          <p:cNvSpPr/>
          <p:nvPr/>
        </p:nvSpPr>
        <p:spPr>
          <a:xfrm>
            <a:off x="666517" y="17528"/>
            <a:ext cx="103330" cy="852355"/>
          </a:xfrm>
          <a:prstGeom prst="rect">
            <a:avLst/>
          </a:prstGeom>
          <a:solidFill>
            <a:srgbClr val="319C4C"/>
          </a:solidFill>
          <a:ln>
            <a:solidFill>
              <a:srgbClr val="319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" name="Obraz 2" descr="Obraz zawierający Grafika, Czcionka, krąg, clipart&#10;&#10;Opis wygenerowany automatycznie">
            <a:extLst>
              <a:ext uri="{FF2B5EF4-FFF2-40B4-BE49-F238E27FC236}">
                <a16:creationId xmlns:a16="http://schemas.microsoft.com/office/drawing/2014/main" id="{9D11BC57-506F-30FE-4D29-F7A60B37D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07" y="5880800"/>
            <a:ext cx="1679439" cy="768001"/>
          </a:xfrm>
          <a:prstGeom prst="rect">
            <a:avLst/>
          </a:prstGeom>
        </p:spPr>
      </p:pic>
      <p:pic>
        <p:nvPicPr>
          <p:cNvPr id="5" name="Obraz 4" descr="Obraz zawierający logo, Grafika, projekt graficzny, symbol&#10;&#10;Opis wygenerowany automatycznie">
            <a:extLst>
              <a:ext uri="{FF2B5EF4-FFF2-40B4-BE49-F238E27FC236}">
                <a16:creationId xmlns:a16="http://schemas.microsoft.com/office/drawing/2014/main" id="{6F6F8665-95CF-350E-547B-6EDB70EFC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6" y="5811714"/>
            <a:ext cx="436258" cy="8452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7C177D0A-6F0F-A0C7-659F-A2D9B2327AF7}"/>
              </a:ext>
            </a:extLst>
          </p:cNvPr>
          <p:cNvSpPr txBox="1"/>
          <p:nvPr/>
        </p:nvSpPr>
        <p:spPr>
          <a:xfrm>
            <a:off x="10992284" y="6090104"/>
            <a:ext cx="13064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000" dirty="0">
                <a:latin typeface="Segoe UI"/>
                <a:cs typeface="Segoe UI"/>
              </a:rPr>
              <a:t>GRU</a:t>
            </a:r>
            <a:endParaRPr lang="pl-PL" sz="2000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DC93980-8FEC-318B-9683-06E784D72144}"/>
              </a:ext>
            </a:extLst>
          </p:cNvPr>
          <p:cNvSpPr txBox="1"/>
          <p:nvPr/>
        </p:nvSpPr>
        <p:spPr>
          <a:xfrm>
            <a:off x="10992283" y="6384973"/>
            <a:ext cx="1306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>
                <a:latin typeface="Segoe UI"/>
                <a:cs typeface="Segoe UI"/>
              </a:rPr>
              <a:t>2025</a:t>
            </a:r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1AE6C3C-5614-3F80-0E7A-65CABDBF000C}"/>
              </a:ext>
            </a:extLst>
          </p:cNvPr>
          <p:cNvSpPr txBox="1"/>
          <p:nvPr/>
        </p:nvSpPr>
        <p:spPr>
          <a:xfrm>
            <a:off x="10556025" y="5985877"/>
            <a:ext cx="436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5400" b="1" dirty="0">
                <a:solidFill>
                  <a:srgbClr val="319C4C"/>
                </a:solidFill>
                <a:latin typeface="Aptos"/>
                <a:ea typeface="Calibri"/>
                <a:cs typeface="Calibri"/>
              </a:rPr>
              <a:t>3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93BC87B-B216-7C53-B611-EE0B6ED05D88}"/>
              </a:ext>
            </a:extLst>
          </p:cNvPr>
          <p:cNvSpPr txBox="1"/>
          <p:nvPr/>
        </p:nvSpPr>
        <p:spPr>
          <a:xfrm>
            <a:off x="997007" y="51290"/>
            <a:ext cx="61483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4500" b="1" dirty="0">
                <a:latin typeface="Segoe UI"/>
                <a:cs typeface="Segoe UI"/>
              </a:rPr>
              <a:t>Podsumowanie</a:t>
            </a:r>
            <a:endParaRPr lang="pl-PL" sz="4500" b="1" dirty="0"/>
          </a:p>
        </p:txBody>
      </p:sp>
      <p:pic>
        <p:nvPicPr>
          <p:cNvPr id="21" name="Obraz 20" descr="Obraz zawierający Czcionka, Grafika, logo, symbol&#10;&#10;Zawartość wygenerowana przez AI może być niepoprawna.">
            <a:extLst>
              <a:ext uri="{FF2B5EF4-FFF2-40B4-BE49-F238E27FC236}">
                <a16:creationId xmlns:a16="http://schemas.microsoft.com/office/drawing/2014/main" id="{B59148D7-5B7D-8895-495E-52D226559D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08" y="5758857"/>
            <a:ext cx="1099143" cy="109914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111B2684-5D7A-B9D2-1CC8-AF5D6F5C5752}"/>
              </a:ext>
            </a:extLst>
          </p:cNvPr>
          <p:cNvSpPr txBox="1"/>
          <p:nvPr/>
        </p:nvSpPr>
        <p:spPr>
          <a:xfrm>
            <a:off x="769846" y="1922912"/>
            <a:ext cx="949264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000" dirty="0">
                <a:latin typeface="Segoe UI"/>
                <a:cs typeface="Segoe UI"/>
              </a:rPr>
              <a:t>Mikrokontroler jako mózg całej operacji</a:t>
            </a:r>
          </a:p>
          <a:p>
            <a:endParaRPr lang="pl-PL" sz="30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Szczególna rola </a:t>
            </a:r>
            <a:r>
              <a:rPr lang="pl-PL" sz="3000" dirty="0" err="1">
                <a:latin typeface="Segoe UI"/>
                <a:cs typeface="Segoe UI"/>
              </a:rPr>
              <a:t>enkodera</a:t>
            </a:r>
            <a:r>
              <a:rPr lang="pl-PL" sz="3000" dirty="0">
                <a:latin typeface="Segoe UI"/>
                <a:cs typeface="Segoe UI"/>
              </a:rPr>
              <a:t> (zapewnienie bezpieczeństwa)</a:t>
            </a:r>
          </a:p>
          <a:p>
            <a:endParaRPr lang="pl-PL" sz="3000" dirty="0">
              <a:latin typeface="Segoe UI"/>
              <a:cs typeface="Segoe UI"/>
            </a:endParaRPr>
          </a:p>
          <a:p>
            <a:r>
              <a:rPr lang="pl-PL" sz="3000" dirty="0">
                <a:latin typeface="Segoe UI"/>
                <a:cs typeface="Segoe UI"/>
              </a:rPr>
              <a:t>Wada: Brak testów płytki PCB oraz obszerność kodu </a:t>
            </a: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30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200" dirty="0">
              <a:latin typeface="Segoe UI"/>
              <a:cs typeface="Segoe UI"/>
            </a:endParaRPr>
          </a:p>
          <a:p>
            <a:endParaRPr lang="pl-PL" sz="2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0289179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40f70d3-367b-4418-a479-e314847c4a4a">
      <Terms xmlns="http://schemas.microsoft.com/office/infopath/2007/PartnerControls"/>
    </lcf76f155ced4ddcb4097134ff3c332f>
    <TaxCatchAll xmlns="5aec4a03-ca30-4b98-8ab4-7c29056c88b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27867A0197E840919E1E5915705D2D" ma:contentTypeVersion="9" ma:contentTypeDescription="Utwórz nowy dokument." ma:contentTypeScope="" ma:versionID="27b3467770d750de2c323c5ea0de27b6">
  <xsd:schema xmlns:xsd="http://www.w3.org/2001/XMLSchema" xmlns:xs="http://www.w3.org/2001/XMLSchema" xmlns:p="http://schemas.microsoft.com/office/2006/metadata/properties" xmlns:ns2="240f70d3-367b-4418-a479-e314847c4a4a" xmlns:ns3="5aec4a03-ca30-4b98-8ab4-7c29056c88bc" targetNamespace="http://schemas.microsoft.com/office/2006/metadata/properties" ma:root="true" ma:fieldsID="58480d58940aff3f9769e1eabc3fe38d" ns2:_="" ns3:_="">
    <xsd:import namespace="240f70d3-367b-4418-a479-e314847c4a4a"/>
    <xsd:import namespace="5aec4a03-ca30-4b98-8ab4-7c29056c88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0f70d3-367b-4418-a479-e314847c4a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ec4a03-ca30-4b98-8ab4-7c29056c88b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f3ccf01-a4ce-412b-b1d9-9b49f6ad23d9}" ma:internalName="TaxCatchAll" ma:showField="CatchAllData" ma:web="5aec4a03-ca30-4b98-8ab4-7c29056c88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C138DF-F4A2-4192-8921-030D9ACBE0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37A236-DAC4-4A11-A46B-C7CBF2D4D810}">
  <ds:schemaRefs>
    <ds:schemaRef ds:uri="http://schemas.microsoft.com/office/2006/metadata/properties"/>
    <ds:schemaRef ds:uri="http://schemas.microsoft.com/office/infopath/2007/PartnerControls"/>
    <ds:schemaRef ds:uri="d37e8b12-7ef5-475b-963e-737787352798"/>
    <ds:schemaRef ds:uri="68467454-fa12-4392-89f8-fd241912ece5"/>
    <ds:schemaRef ds:uri="240f70d3-367b-4418-a479-e314847c4a4a"/>
    <ds:schemaRef ds:uri="5aec4a03-ca30-4b98-8ab4-7c29056c88bc"/>
  </ds:schemaRefs>
</ds:datastoreItem>
</file>

<file path=customXml/itemProps3.xml><?xml version="1.0" encoding="utf-8"?>
<ds:datastoreItem xmlns:ds="http://schemas.openxmlformats.org/officeDocument/2006/customXml" ds:itemID="{CE57ED43-26A3-42F2-8108-A98F11D69D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0f70d3-367b-4418-a479-e314847c4a4a"/>
    <ds:schemaRef ds:uri="5aec4a03-ca30-4b98-8ab4-7c29056c88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150</Words>
  <Application>Microsoft Office PowerPoint</Application>
  <PresentationFormat>Panoramiczny</PresentationFormat>
  <Paragraphs>131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Corbel</vt:lpstr>
      <vt:lpstr>Segoe UI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Krzysztof Ptaszyński</dc:creator>
  <cp:lastModifiedBy>Szymon Lasak</cp:lastModifiedBy>
  <cp:revision>216</cp:revision>
  <dcterms:created xsi:type="dcterms:W3CDTF">2024-12-04T20:10:46Z</dcterms:created>
  <dcterms:modified xsi:type="dcterms:W3CDTF">2025-12-02T23:40:54Z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0x0101006427867A0197E840919E1E5915705D2D</vt:lpwstr>
  </property>
  <property fmtid="{D5CDD505-2E9C-101B-9397-08002B2CF9AE}" pid="3" name="MediaServiceImageTags">
    <vt:lpwstr/>
  </property>
</Properties>
</file>